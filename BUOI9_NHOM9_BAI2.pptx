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1" r:id="rId5"/>
    <p:sldId id="262" r:id="rId6"/>
    <p:sldId id="271" r:id="rId7"/>
    <p:sldId id="263" r:id="rId8"/>
    <p:sldId id="264" r:id="rId9"/>
    <p:sldId id="265" r:id="rId10"/>
    <p:sldId id="266" r:id="rId11"/>
    <p:sldId id="272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07F13-7B90-46D4-A672-1B6B7D908870}" type="datetimeFigureOut">
              <a:rPr lang="en-US" smtClean="0"/>
              <a:t>21/10/2025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8D10C-3642-4DF6-B0FA-F2C4E9803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 baseline="0"/>
            </a:lvl1pPr>
          </a:lstStyle>
          <a:p>
            <a:r>
              <a:rPr lang="en-US" smtClean="0"/>
              <a:t>Đại học cần thơ – quá </a:t>
            </a:r>
            <a:br>
              <a:rPr lang="en-US" smtClean="0"/>
            </a:br>
            <a:r>
              <a:rPr lang="en-US" smtClean="0"/>
              <a:t>trình hình thành và </a:t>
            </a:r>
            <a:br>
              <a:rPr lang="en-US" smtClean="0"/>
            </a:br>
            <a:r>
              <a:rPr lang="en-US" smtClean="0"/>
              <a:t>phát triển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TS.NGUYỄN VĂN 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F1DF144F-2C4A-45C3-9C7C-95CC73ACA96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838" y="315586"/>
            <a:ext cx="1894197" cy="18941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914400" indent="-4572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–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it.ctu.edu.vn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72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86394" y="904068"/>
            <a:ext cx="3523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3774" y="1959882"/>
            <a:ext cx="94135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THỜI KỲ VIỆN ĐẠI HỌC CẦN THƠ (1966-1975)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 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0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THỜI KỲ VIỆN ĐẠI HỌC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CẦN </a:t>
            </a:r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THƠ (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1966-1975)</a:t>
            </a:r>
          </a:p>
          <a:p>
            <a:pPr algn="ctr"/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40" y="2169494"/>
            <a:ext cx="89480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THÀNH LẬP NGÀY 3 THÁNG 03 NĂM 1966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VIỆN ĐẠI HỌC CẦN THƠ CÓ BỐN KHÓA:</a:t>
            </a:r>
          </a:p>
          <a:p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69895" y="3129282"/>
            <a:ext cx="104848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KHOA HỌC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LUẬT KHOA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KHOA HỌC XÃ HỘI, VĂN KHOA,SƯ PHẠM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CAO BẰNG NÔNG NGHIỆP VAFTRUNG TÂM SINH NGỮ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09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THỜI KỲ VIỆN ĐẠI HỌC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CẦN </a:t>
            </a:r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THƠ (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1966-1975)</a:t>
            </a:r>
          </a:p>
          <a:p>
            <a:pPr algn="ctr"/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39" y="2169494"/>
            <a:ext cx="95935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 SỞ VẬT CHẤT CỦA VIỆN ĐẠI HỌC CẦN THƠ TỌA LẠC TRÊN 4 ĐẠI ĐIỂM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69895" y="3129282"/>
            <a:ext cx="104848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TÒA VIỆN TRƯỜNG (SỐ 5, ĐẠI LỘ HÒA BÌNH)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KHU I (ĐƯỜNG 30/4)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KHU II (ĐƯỜNG 3/2)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KHU III (SỐ 1, LÝ TỰ TRỌNG)</a:t>
            </a:r>
          </a:p>
        </p:txBody>
      </p:sp>
    </p:spTree>
    <p:extLst>
      <p:ext uri="{BB962C8B-B14F-4D97-AF65-F5344CB8AC3E}">
        <p14:creationId xmlns:p14="http://schemas.microsoft.com/office/powerpoint/2010/main" val="141211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39" y="2169494"/>
            <a:ext cx="95935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VIỆN ĐẠI HỌC CẦN THƠ ĐỔI THÀNH ĐHCT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 CẤU ĐHCT HIỆN NAY 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69895" y="3129282"/>
            <a:ext cx="104848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KHOA – VIỆN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 TÂM – TRUNG TÂM ĐÀO TẠO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PHÒNG BAN CHỨC NĂNG 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ĐOÀN THỂ - HỘI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endParaRPr 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83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39" y="2169494"/>
            <a:ext cx="9593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KHOA HỌC TỰ  NHIÊN</a:t>
            </a:r>
            <a:endParaRPr lang="en-US" sz="32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2318" y="2754269"/>
            <a:ext cx="104848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NGÀY 14/01/1998, TRƯỜNG ĐHCT KHÁNH THÀNH KHOA KHOA HỌC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 SỞ VẬT CHẤT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02327" y="4139264"/>
            <a:ext cx="7987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 PHÒNG THÍ NGHIỆM (PTN) CHO SINH, HÓA, LÝ</a:t>
            </a: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06 PHÒNG MÁY TÍNH ĐƯỢC NỐI MẠNG VỚI NHAU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1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39" y="2169494"/>
            <a:ext cx="9593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KHOA HỌC TỰ  NHIÊN</a:t>
            </a:r>
            <a:endParaRPr lang="en-US" sz="32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2318" y="2754269"/>
            <a:ext cx="10484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 SỞ VẬT CHẤT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4364" y="3272332"/>
            <a:ext cx="79875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/>
              <a:t>VP KHOA VÀ XƯỞNG SỮA CHỮA</a:t>
            </a: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/>
              <a:t>NĂM 2010 TRƯỜNG ĐÃ ĐẦU TƯ MỞ RỘNG KHU PTN CỦA KHOA</a:t>
            </a: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/>
              <a:t>XÂY MỞ KHU NHÀ 3 TẦNG VỚI 22 PHÒNG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3141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39" y="2169494"/>
            <a:ext cx="9593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KHOA HỌC TỰ  NHIÊN</a:t>
            </a:r>
            <a:endParaRPr lang="en-US" sz="32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2318" y="2754269"/>
            <a:ext cx="10484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KHOA KHTN HIỆN NAY GOMOG 04 BỘ MÔN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4364" y="3272332"/>
            <a:ext cx="79875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MÔN SINH HỌC </a:t>
            </a: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MÔN HÓA HỌC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MÔN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TOÁN HỌC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MÔN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VẬT LÝ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w Cen MT" panose="020B0602020104020603" pitchFamily="34" charset="0"/>
              <a:buChar char="+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43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39" y="2169494"/>
            <a:ext cx="9593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KHOA HỌC TỰ  NHIÊN</a:t>
            </a:r>
            <a:endParaRPr lang="en-US" sz="32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2318" y="2754269"/>
            <a:ext cx="10484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 TÁC ĐÀO TẠO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4364" y="3272332"/>
            <a:ext cx="7987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ĐẠI HỌC:….</a:t>
            </a: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SĐH:…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2318" y="4098172"/>
            <a:ext cx="104848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 TÁC NCKH, BÁO CÁO CHUYÊN ĐỀ:….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 TÁC ĐÀO TẠO VÀ BỒI DƯỠNG CÁN BỘ:….</a:t>
            </a:r>
          </a:p>
        </p:txBody>
      </p:sp>
    </p:spTree>
    <p:extLst>
      <p:ext uri="{BB962C8B-B14F-4D97-AF65-F5344CB8AC3E}">
        <p14:creationId xmlns:p14="http://schemas.microsoft.com/office/powerpoint/2010/main" val="239771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39" y="2169494"/>
            <a:ext cx="9593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KHOA CTTT &amp; TT</a:t>
            </a:r>
            <a:endParaRPr lang="en-US" sz="32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2318" y="2754269"/>
            <a:ext cx="107576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THÀNH LẬP NĂM 1994 TRÊN CƠ SỬ TRUNG TÂM ĐIỆN TỬ VÀ TIN HỌC</a:t>
            </a:r>
          </a:p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NHIỆM VỤ CỦA KHOA LÀ ĐÀO TẠO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4364" y="4035057"/>
            <a:ext cx="10340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ĐẠI HỌC VÀ SAU ĐẠI HỌC </a:t>
            </a: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NCKH VÀ CHUYỂN GIAO CÔNG NGHỆ TRONG LINH VỰC CNTT&amp;TT</a:t>
            </a:r>
          </a:p>
        </p:txBody>
      </p:sp>
    </p:spTree>
    <p:extLst>
      <p:ext uri="{BB962C8B-B14F-4D97-AF65-F5344CB8AC3E}">
        <p14:creationId xmlns:p14="http://schemas.microsoft.com/office/powerpoint/2010/main" val="379966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39" y="2169494"/>
            <a:ext cx="9593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CTTT &amp; TT</a:t>
            </a:r>
            <a:endParaRPr lang="en-US" sz="32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2318" y="2754269"/>
            <a:ext cx="10484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TẦM NHÌN ĐẾN NĂM 2020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4364" y="3272332"/>
            <a:ext cx="9209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ĐƠN VỊ ĐÀO TẠO VÀ </a:t>
            </a: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NGHIÊN CỨU KHOA HỌC VỀ CNTT&amp;TT MẠNH CỦA CẢ NƯỚC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99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39" y="2169494"/>
            <a:ext cx="9593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CTTT &amp; TT</a:t>
            </a:r>
            <a:endParaRPr lang="en-US" sz="32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2318" y="2754269"/>
            <a:ext cx="10484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BỘ MÔN VÀ TRUNG TÂM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4364" y="3282186"/>
            <a:ext cx="92096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 MÔN HỆ THỐNG THÔNG TIN </a:t>
            </a: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MÔN MẠNG MÁY TÍNH &amp; TRUYỀN THÔNG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MÔN CÔNG NGHỆ PHẦN MỀM</a:t>
            </a: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MÔN KHOA HỌC MÁY TÍNH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w Cen MT" panose="020B0602020104020603" pitchFamily="34" charset="0"/>
              <a:buChar char="+"/>
            </a:pPr>
            <a:endParaRPr 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34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39" y="2169494"/>
            <a:ext cx="9593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CTTT &amp; TT</a:t>
            </a:r>
            <a:endParaRPr lang="en-US" sz="32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2318" y="2754269"/>
            <a:ext cx="10484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BỘ MÔN VÀ TRUNG TÂM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4364" y="3282186"/>
            <a:ext cx="9209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 MÔN</a:t>
            </a:r>
          </a:p>
          <a:p>
            <a:pPr marL="285750" indent="-285750">
              <a:buFont typeface="Tw Cen MT" panose="020B0602020104020603" pitchFamily="34" charset="0"/>
              <a:buChar char="+"/>
            </a:pPr>
            <a:endParaRPr 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45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69895" y="798330"/>
            <a:ext cx="8579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ĐHCT GIAI ĐOẠN SAU 1975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9339" y="2169494"/>
            <a:ext cx="9593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CTTT &amp; TT</a:t>
            </a:r>
            <a:endParaRPr lang="en-US" sz="32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2318" y="2754269"/>
            <a:ext cx="10484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–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BỘ MÔN VÀ TRUNG TÂM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4364" y="3282186"/>
            <a:ext cx="9209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 MÔN CÔNG NGHỆ THÔNG TIN</a:t>
            </a: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BỘ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MÔN TIN HỌC ỨNG DỤNG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TỔ VĂN PHÒNG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w Cen MT" panose="020B0602020104020603" pitchFamily="34" charset="0"/>
              <a:buChar char="+"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 TÂM ĐIỆN TỬ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w Cen MT" panose="020B0602020104020603" pitchFamily="34" charset="0"/>
              <a:buChar char="+"/>
            </a:pPr>
            <a:endParaRPr 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Tw Cen MT" panose="020B0602020104020603" pitchFamily="34" charset="0"/>
              <a:buChar char="+"/>
            </a:pPr>
            <a:endParaRPr 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67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62172-8CAD-42E5-A312-D35A3020F4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85247" y="2958353"/>
            <a:ext cx="6320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 ƠN SỰ CHÚ Ý CỦA QUÝ VỊ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51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603</Words>
  <Application>Microsoft Office PowerPoint</Application>
  <PresentationFormat>Widescreen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10</cp:revision>
  <dcterms:created xsi:type="dcterms:W3CDTF">2025-10-21T00:58:48Z</dcterms:created>
  <dcterms:modified xsi:type="dcterms:W3CDTF">2025-10-21T02:24:43Z</dcterms:modified>
</cp:coreProperties>
</file>